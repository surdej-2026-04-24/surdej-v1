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Budget: 99.000 DKK</a:t>
            </a:r>
          </a:p>
          <a:p>
            <a:r>
              <a:t>Project: SURDEJ-PPTX-TEST-2026</a:t>
            </a:r>
          </a:p>
          <a:p>
            <a:r>
              <a:t>Status: Active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Performance improved 35%</a:t>
            </a:r>
          </a:p>
          <a:p>
            <a:r>
              <a:t>2. User satisfaction at 92%</a:t>
            </a:r>
          </a:p>
          <a:p>
            <a:r>
              <a:t>3. Cost reduced by 18%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